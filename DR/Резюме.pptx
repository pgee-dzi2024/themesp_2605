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419" autoAdjust="0"/>
  </p:normalViewPr>
  <p:slideViewPr>
    <p:cSldViewPr snapToGrid="0">
      <p:cViewPr varScale="1">
        <p:scale>
          <a:sx n="84" d="100"/>
          <a:sy n="84" d="100"/>
        </p:scale>
        <p:origin x="15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57885-A6ED-466B-BB4A-66403959D53C}" type="datetimeFigureOut">
              <a:rPr lang="bg-BG" smtClean="0"/>
              <a:t>27.4.2026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A7F43-54B9-476C-91F0-994419DE5B7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52637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EA7F43-54B9-476C-91F0-994419DE5B79}" type="slidenum">
              <a:rPr lang="bg-BG" smtClean="0"/>
              <a:t>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23654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3101AB5-D00C-492C-9159-1B17CEC72E5C}" type="datetimeFigureOut">
              <a:rPr lang="bg-BG" smtClean="0"/>
              <a:t>27.4.2026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5312E08-2C10-4790-A283-2AE5D24338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92581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AB5-D00C-492C-9159-1B17CEC72E5C}" type="datetimeFigureOut">
              <a:rPr lang="bg-BG" smtClean="0"/>
              <a:t>27.4.2026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2E08-2C10-4790-A283-2AE5D24338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35202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AB5-D00C-492C-9159-1B17CEC72E5C}" type="datetimeFigureOut">
              <a:rPr lang="bg-BG" smtClean="0"/>
              <a:t>27.4.2026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2E08-2C10-4790-A283-2AE5D24338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40696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AB5-D00C-492C-9159-1B17CEC72E5C}" type="datetimeFigureOut">
              <a:rPr lang="bg-BG" smtClean="0"/>
              <a:t>27.4.2026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2E08-2C10-4790-A283-2AE5D24338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04323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AB5-D00C-492C-9159-1B17CEC72E5C}" type="datetimeFigureOut">
              <a:rPr lang="bg-BG" smtClean="0"/>
              <a:t>27.4.2026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2E08-2C10-4790-A283-2AE5D24338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7656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AB5-D00C-492C-9159-1B17CEC72E5C}" type="datetimeFigureOut">
              <a:rPr lang="bg-BG" smtClean="0"/>
              <a:t>27.4.2026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2E08-2C10-4790-A283-2AE5D24338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47024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AB5-D00C-492C-9159-1B17CEC72E5C}" type="datetimeFigureOut">
              <a:rPr lang="bg-BG" smtClean="0"/>
              <a:t>27.4.2026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2E08-2C10-4790-A283-2AE5D24338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96032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AB5-D00C-492C-9159-1B17CEC72E5C}" type="datetimeFigureOut">
              <a:rPr lang="bg-BG" smtClean="0"/>
              <a:t>27.4.2026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2E08-2C10-4790-A283-2AE5D24338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06828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AB5-D00C-492C-9159-1B17CEC72E5C}" type="datetimeFigureOut">
              <a:rPr lang="bg-BG" smtClean="0"/>
              <a:t>27.4.2026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2E08-2C10-4790-A283-2AE5D24338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85836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AB5-D00C-492C-9159-1B17CEC72E5C}" type="datetimeFigureOut">
              <a:rPr lang="bg-BG" smtClean="0"/>
              <a:t>27.4.2026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2E08-2C10-4790-A283-2AE5D24338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84180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AB5-D00C-492C-9159-1B17CEC72E5C}" type="datetimeFigureOut">
              <a:rPr lang="bg-BG" smtClean="0"/>
              <a:t>27.4.2026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2E08-2C10-4790-A283-2AE5D24338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3120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AB5-D00C-492C-9159-1B17CEC72E5C}" type="datetimeFigureOut">
              <a:rPr lang="bg-BG" smtClean="0"/>
              <a:t>27.4.2026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2E08-2C10-4790-A283-2AE5D24338A6}" type="slidenum">
              <a:rPr lang="bg-BG" smtClean="0"/>
              <a:t>‹#›</a:t>
            </a:fld>
            <a:endParaRPr lang="bg-BG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18041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AB5-D00C-492C-9159-1B17CEC72E5C}" type="datetimeFigureOut">
              <a:rPr lang="bg-BG" smtClean="0"/>
              <a:t>27.4.2026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2E08-2C10-4790-A283-2AE5D24338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49523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AB5-D00C-492C-9159-1B17CEC72E5C}" type="datetimeFigureOut">
              <a:rPr lang="bg-BG" smtClean="0"/>
              <a:t>27.4.2026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2E08-2C10-4790-A283-2AE5D24338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31845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AB5-D00C-492C-9159-1B17CEC72E5C}" type="datetimeFigureOut">
              <a:rPr lang="bg-BG" smtClean="0"/>
              <a:t>27.4.2026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2E08-2C10-4790-A283-2AE5D24338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60254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AB5-D00C-492C-9159-1B17CEC72E5C}" type="datetimeFigureOut">
              <a:rPr lang="bg-BG" smtClean="0"/>
              <a:t>27.4.2026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2E08-2C10-4790-A283-2AE5D24338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823219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01AB5-D00C-492C-9159-1B17CEC72E5C}" type="datetimeFigureOut">
              <a:rPr lang="bg-BG" smtClean="0"/>
              <a:t>27.4.2026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2E08-2C10-4790-A283-2AE5D24338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78712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01AB5-D00C-492C-9159-1B17CEC72E5C}" type="datetimeFigureOut">
              <a:rPr lang="bg-BG" smtClean="0"/>
              <a:t>27.4.2026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12E08-2C10-4790-A283-2AE5D24338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063470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1932" y="491490"/>
            <a:ext cx="10255218" cy="845820"/>
          </a:xfrm>
        </p:spPr>
        <p:txBody>
          <a:bodyPr>
            <a:normAutofit fontScale="90000"/>
          </a:bodyPr>
          <a:lstStyle/>
          <a:p>
            <a:r>
              <a:rPr lang="bg-BG" dirty="0"/>
              <a:t/>
            </a:r>
            <a:br>
              <a:rPr lang="bg-BG" dirty="0"/>
            </a:b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1760" y="6263640"/>
            <a:ext cx="9189720" cy="594360"/>
          </a:xfrm>
        </p:spPr>
        <p:txBody>
          <a:bodyPr>
            <a:normAutofit/>
          </a:bodyPr>
          <a:lstStyle/>
          <a:p>
            <a:endParaRPr lang="bg-BG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15540" y="122158"/>
            <a:ext cx="83858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28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Уеб базиран Task Manager (Системен монитор).</a:t>
            </a:r>
            <a:endParaRPr lang="bg-BG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026" name="Picture 2" descr="Developed Task Manager application with Spring Boot | Yash Kambaria posted  on the topic | LinkedI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80" y="880110"/>
            <a:ext cx="9726929" cy="5017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284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53</TotalTime>
  <Words>9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Times New Roman</vt:lpstr>
      <vt:lpstr>Trebuchet MS</vt:lpstr>
      <vt:lpstr>Tw Cen MT</vt:lpstr>
      <vt:lpstr>Circuit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</cp:revision>
  <dcterms:created xsi:type="dcterms:W3CDTF">2026-04-27T08:32:57Z</dcterms:created>
  <dcterms:modified xsi:type="dcterms:W3CDTF">2026-04-27T09:26:31Z</dcterms:modified>
</cp:coreProperties>
</file>